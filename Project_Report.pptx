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 autoAdjust="0"/>
    <p:restoredTop sz="94694" autoAdjust="0"/>
  </p:normalViewPr>
  <p:slideViewPr>
    <p:cSldViewPr snapToGrid="0" snapToObjects="1">
      <p:cViewPr varScale="1">
        <p:scale>
          <a:sx n="139" d="100"/>
          <a:sy n="139" d="100"/>
        </p:scale>
        <p:origin x="176" y="5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AF6B9B-A561-4AA1-8747-52A87301F6A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3BEB83-7D49-439E-BC9C-B15DC68A3088}">
      <dgm:prSet/>
      <dgm:spPr/>
      <dgm:t>
        <a:bodyPr/>
        <a:lstStyle/>
        <a:p>
          <a:r>
            <a:rPr lang="en-US"/>
            <a:t>Requirements –</a:t>
          </a:r>
        </a:p>
      </dgm:t>
    </dgm:pt>
    <dgm:pt modelId="{52B3CC89-0634-4FC8-B8D3-61F4B6E0DFD4}" type="parTrans" cxnId="{00EB2693-4F17-45D9-A7B9-3CBE62C087BA}">
      <dgm:prSet/>
      <dgm:spPr/>
      <dgm:t>
        <a:bodyPr/>
        <a:lstStyle/>
        <a:p>
          <a:endParaRPr lang="en-US"/>
        </a:p>
      </dgm:t>
    </dgm:pt>
    <dgm:pt modelId="{9ECE2B81-7149-4DC0-B7F5-903F3230D1E7}" type="sibTrans" cxnId="{00EB2693-4F17-45D9-A7B9-3CBE62C087BA}">
      <dgm:prSet/>
      <dgm:spPr/>
      <dgm:t>
        <a:bodyPr/>
        <a:lstStyle/>
        <a:p>
          <a:endParaRPr lang="en-US"/>
        </a:p>
      </dgm:t>
    </dgm:pt>
    <dgm:pt modelId="{06FF9353-187F-4AB9-A744-8E01AED23DC6}">
      <dgm:prSet/>
      <dgm:spPr/>
      <dgm:t>
        <a:bodyPr/>
        <a:lstStyle/>
        <a:p>
          <a:r>
            <a:rPr lang="en-US"/>
            <a:t>PHP 7.0+ (recommended: 7.4/8.0+) </a:t>
          </a:r>
        </a:p>
      </dgm:t>
    </dgm:pt>
    <dgm:pt modelId="{FD11767E-E12A-4613-B753-E0D514CD3539}" type="parTrans" cxnId="{0789D492-EC47-49E5-AE42-ADCE02909C40}">
      <dgm:prSet/>
      <dgm:spPr/>
      <dgm:t>
        <a:bodyPr/>
        <a:lstStyle/>
        <a:p>
          <a:endParaRPr lang="en-US"/>
        </a:p>
      </dgm:t>
    </dgm:pt>
    <dgm:pt modelId="{849CCC1D-CE59-442C-924F-595C4D99CBCE}" type="sibTrans" cxnId="{0789D492-EC47-49E5-AE42-ADCE02909C40}">
      <dgm:prSet/>
      <dgm:spPr/>
      <dgm:t>
        <a:bodyPr/>
        <a:lstStyle/>
        <a:p>
          <a:endParaRPr lang="en-US"/>
        </a:p>
      </dgm:t>
    </dgm:pt>
    <dgm:pt modelId="{BA3FEC2C-5287-409F-AEBE-25E55C77C2E4}">
      <dgm:prSet/>
      <dgm:spPr/>
      <dgm:t>
        <a:bodyPr/>
        <a:lstStyle/>
        <a:p>
          <a:r>
            <a:rPr lang="en-US"/>
            <a:t>MySQL 5.7+ (recommended: 8.0+) </a:t>
          </a:r>
        </a:p>
      </dgm:t>
    </dgm:pt>
    <dgm:pt modelId="{D9B5335C-951D-4DD5-8B33-2A314001C862}" type="parTrans" cxnId="{9F11C493-BFB7-4171-AB9A-DBBE00A9F4D6}">
      <dgm:prSet/>
      <dgm:spPr/>
      <dgm:t>
        <a:bodyPr/>
        <a:lstStyle/>
        <a:p>
          <a:endParaRPr lang="en-US"/>
        </a:p>
      </dgm:t>
    </dgm:pt>
    <dgm:pt modelId="{6AA011BD-BBB1-4181-8175-2DB84B2B818F}" type="sibTrans" cxnId="{9F11C493-BFB7-4171-AB9A-DBBE00A9F4D6}">
      <dgm:prSet/>
      <dgm:spPr/>
      <dgm:t>
        <a:bodyPr/>
        <a:lstStyle/>
        <a:p>
          <a:endParaRPr lang="en-US"/>
        </a:p>
      </dgm:t>
    </dgm:pt>
    <dgm:pt modelId="{2BEF5576-8794-403E-87E9-F5DA3509F95B}">
      <dgm:prSet/>
      <dgm:spPr/>
      <dgm:t>
        <a:bodyPr/>
        <a:lstStyle/>
        <a:p>
          <a:r>
            <a:rPr lang="en-US"/>
            <a:t>Apache/Nginx web server </a:t>
          </a:r>
        </a:p>
      </dgm:t>
    </dgm:pt>
    <dgm:pt modelId="{D7FFEF42-AB2D-4048-A751-85FEC4664008}" type="parTrans" cxnId="{C36975D7-8FAA-42A4-9A0A-2682356C3684}">
      <dgm:prSet/>
      <dgm:spPr/>
      <dgm:t>
        <a:bodyPr/>
        <a:lstStyle/>
        <a:p>
          <a:endParaRPr lang="en-US"/>
        </a:p>
      </dgm:t>
    </dgm:pt>
    <dgm:pt modelId="{FEA76F17-0D72-4499-81C7-9F006F498D8C}" type="sibTrans" cxnId="{C36975D7-8FAA-42A4-9A0A-2682356C3684}">
      <dgm:prSet/>
      <dgm:spPr/>
      <dgm:t>
        <a:bodyPr/>
        <a:lstStyle/>
        <a:p>
          <a:endParaRPr lang="en-US"/>
        </a:p>
      </dgm:t>
    </dgm:pt>
    <dgm:pt modelId="{E609DC87-8BC9-4465-BE00-E7528E80A8F4}">
      <dgm:prSet/>
      <dgm:spPr/>
      <dgm:t>
        <a:bodyPr/>
        <a:lstStyle/>
        <a:p>
          <a:r>
            <a:rPr lang="en-US"/>
            <a:t>PHP extensions: mysqli, filter, date</a:t>
          </a:r>
        </a:p>
      </dgm:t>
    </dgm:pt>
    <dgm:pt modelId="{4F336FB6-2B2B-42B5-AD0E-E96D6D1CCA2E}" type="parTrans" cxnId="{A349CE4F-F14E-4B9D-A813-EED4F0ED3379}">
      <dgm:prSet/>
      <dgm:spPr/>
      <dgm:t>
        <a:bodyPr/>
        <a:lstStyle/>
        <a:p>
          <a:endParaRPr lang="en-US"/>
        </a:p>
      </dgm:t>
    </dgm:pt>
    <dgm:pt modelId="{6255B89B-EEEC-4C4A-8DB7-170817C63799}" type="sibTrans" cxnId="{A349CE4F-F14E-4B9D-A813-EED4F0ED3379}">
      <dgm:prSet/>
      <dgm:spPr/>
      <dgm:t>
        <a:bodyPr/>
        <a:lstStyle/>
        <a:p>
          <a:endParaRPr lang="en-US"/>
        </a:p>
      </dgm:t>
    </dgm:pt>
    <dgm:pt modelId="{B5571F9E-EEA1-5344-B33C-E8DF3AA01BA2}" type="pres">
      <dgm:prSet presAssocID="{AFAF6B9B-A561-4AA1-8747-52A87301F6A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8E13B7-7A5A-EB47-BE5E-F68C0A3ACDBF}" type="pres">
      <dgm:prSet presAssocID="{983BEB83-7D49-439E-BC9C-B15DC68A3088}" presName="hierRoot1" presStyleCnt="0"/>
      <dgm:spPr/>
    </dgm:pt>
    <dgm:pt modelId="{B425D742-3F3E-804D-91DD-10641E7EB77F}" type="pres">
      <dgm:prSet presAssocID="{983BEB83-7D49-439E-BC9C-B15DC68A3088}" presName="composite" presStyleCnt="0"/>
      <dgm:spPr/>
    </dgm:pt>
    <dgm:pt modelId="{6F94497E-6559-3149-ADAC-9990514BFA83}" type="pres">
      <dgm:prSet presAssocID="{983BEB83-7D49-439E-BC9C-B15DC68A3088}" presName="background" presStyleLbl="node0" presStyleIdx="0" presStyleCnt="1"/>
      <dgm:spPr/>
    </dgm:pt>
    <dgm:pt modelId="{CD8A40D2-4AE3-1D4E-A8DE-0F0F0D1E07B7}" type="pres">
      <dgm:prSet presAssocID="{983BEB83-7D49-439E-BC9C-B15DC68A3088}" presName="text" presStyleLbl="fgAcc0" presStyleIdx="0" presStyleCnt="1">
        <dgm:presLayoutVars>
          <dgm:chPref val="3"/>
        </dgm:presLayoutVars>
      </dgm:prSet>
      <dgm:spPr/>
    </dgm:pt>
    <dgm:pt modelId="{42A65E67-DE5F-CA43-AA82-5BE26AFB7EDF}" type="pres">
      <dgm:prSet presAssocID="{983BEB83-7D49-439E-BC9C-B15DC68A3088}" presName="hierChild2" presStyleCnt="0"/>
      <dgm:spPr/>
    </dgm:pt>
    <dgm:pt modelId="{6EE54AF0-436B-9549-99B7-E85FC6A05FA6}" type="pres">
      <dgm:prSet presAssocID="{FD11767E-E12A-4613-B753-E0D514CD3539}" presName="Name10" presStyleLbl="parChTrans1D2" presStyleIdx="0" presStyleCnt="4"/>
      <dgm:spPr/>
    </dgm:pt>
    <dgm:pt modelId="{A760EA26-AE22-0B4A-B58A-E2B4CB8FF72F}" type="pres">
      <dgm:prSet presAssocID="{06FF9353-187F-4AB9-A744-8E01AED23DC6}" presName="hierRoot2" presStyleCnt="0"/>
      <dgm:spPr/>
    </dgm:pt>
    <dgm:pt modelId="{D0A3D2AD-87AB-8B45-A38E-10E3E8A6E274}" type="pres">
      <dgm:prSet presAssocID="{06FF9353-187F-4AB9-A744-8E01AED23DC6}" presName="composite2" presStyleCnt="0"/>
      <dgm:spPr/>
    </dgm:pt>
    <dgm:pt modelId="{A6ADD469-2196-6A4D-9FE8-31286CD86078}" type="pres">
      <dgm:prSet presAssocID="{06FF9353-187F-4AB9-A744-8E01AED23DC6}" presName="background2" presStyleLbl="node2" presStyleIdx="0" presStyleCnt="4"/>
      <dgm:spPr/>
    </dgm:pt>
    <dgm:pt modelId="{71FD837B-687A-B74E-A0FF-0850177FA4A4}" type="pres">
      <dgm:prSet presAssocID="{06FF9353-187F-4AB9-A744-8E01AED23DC6}" presName="text2" presStyleLbl="fgAcc2" presStyleIdx="0" presStyleCnt="4">
        <dgm:presLayoutVars>
          <dgm:chPref val="3"/>
        </dgm:presLayoutVars>
      </dgm:prSet>
      <dgm:spPr/>
    </dgm:pt>
    <dgm:pt modelId="{4B051627-F6AB-4949-A2D8-6039232AD02D}" type="pres">
      <dgm:prSet presAssocID="{06FF9353-187F-4AB9-A744-8E01AED23DC6}" presName="hierChild3" presStyleCnt="0"/>
      <dgm:spPr/>
    </dgm:pt>
    <dgm:pt modelId="{09BDCDA6-B4C4-EC40-9EEB-AD4FDE14D711}" type="pres">
      <dgm:prSet presAssocID="{D9B5335C-951D-4DD5-8B33-2A314001C862}" presName="Name10" presStyleLbl="parChTrans1D2" presStyleIdx="1" presStyleCnt="4"/>
      <dgm:spPr/>
    </dgm:pt>
    <dgm:pt modelId="{C39F7DBB-C38B-CD47-8F08-73249C37F17A}" type="pres">
      <dgm:prSet presAssocID="{BA3FEC2C-5287-409F-AEBE-25E55C77C2E4}" presName="hierRoot2" presStyleCnt="0"/>
      <dgm:spPr/>
    </dgm:pt>
    <dgm:pt modelId="{CAC43F65-9684-2F4F-B021-342A86A4BF1C}" type="pres">
      <dgm:prSet presAssocID="{BA3FEC2C-5287-409F-AEBE-25E55C77C2E4}" presName="composite2" presStyleCnt="0"/>
      <dgm:spPr/>
    </dgm:pt>
    <dgm:pt modelId="{C75EA7CC-7089-F54B-A03B-AA870739594B}" type="pres">
      <dgm:prSet presAssocID="{BA3FEC2C-5287-409F-AEBE-25E55C77C2E4}" presName="background2" presStyleLbl="node2" presStyleIdx="1" presStyleCnt="4"/>
      <dgm:spPr/>
    </dgm:pt>
    <dgm:pt modelId="{4701CAF7-B2AB-FC48-98A2-0B42610F1309}" type="pres">
      <dgm:prSet presAssocID="{BA3FEC2C-5287-409F-AEBE-25E55C77C2E4}" presName="text2" presStyleLbl="fgAcc2" presStyleIdx="1" presStyleCnt="4">
        <dgm:presLayoutVars>
          <dgm:chPref val="3"/>
        </dgm:presLayoutVars>
      </dgm:prSet>
      <dgm:spPr/>
    </dgm:pt>
    <dgm:pt modelId="{81F55EA5-85BE-214D-9A2A-3B470E55BB23}" type="pres">
      <dgm:prSet presAssocID="{BA3FEC2C-5287-409F-AEBE-25E55C77C2E4}" presName="hierChild3" presStyleCnt="0"/>
      <dgm:spPr/>
    </dgm:pt>
    <dgm:pt modelId="{656D972F-32C7-EF47-8039-4775D53147DD}" type="pres">
      <dgm:prSet presAssocID="{D7FFEF42-AB2D-4048-A751-85FEC4664008}" presName="Name10" presStyleLbl="parChTrans1D2" presStyleIdx="2" presStyleCnt="4"/>
      <dgm:spPr/>
    </dgm:pt>
    <dgm:pt modelId="{95FF8868-08E3-A34C-9BC5-6926291D50E4}" type="pres">
      <dgm:prSet presAssocID="{2BEF5576-8794-403E-87E9-F5DA3509F95B}" presName="hierRoot2" presStyleCnt="0"/>
      <dgm:spPr/>
    </dgm:pt>
    <dgm:pt modelId="{52371862-5CA8-7946-97B8-839FE550240E}" type="pres">
      <dgm:prSet presAssocID="{2BEF5576-8794-403E-87E9-F5DA3509F95B}" presName="composite2" presStyleCnt="0"/>
      <dgm:spPr/>
    </dgm:pt>
    <dgm:pt modelId="{573290A8-6335-7A49-BC26-928A02A3E3AE}" type="pres">
      <dgm:prSet presAssocID="{2BEF5576-8794-403E-87E9-F5DA3509F95B}" presName="background2" presStyleLbl="node2" presStyleIdx="2" presStyleCnt="4"/>
      <dgm:spPr/>
    </dgm:pt>
    <dgm:pt modelId="{622C02BF-3140-3D4E-AF9E-DD575DCB6927}" type="pres">
      <dgm:prSet presAssocID="{2BEF5576-8794-403E-87E9-F5DA3509F95B}" presName="text2" presStyleLbl="fgAcc2" presStyleIdx="2" presStyleCnt="4">
        <dgm:presLayoutVars>
          <dgm:chPref val="3"/>
        </dgm:presLayoutVars>
      </dgm:prSet>
      <dgm:spPr/>
    </dgm:pt>
    <dgm:pt modelId="{AC46B790-C9B4-5946-A1B1-177672864420}" type="pres">
      <dgm:prSet presAssocID="{2BEF5576-8794-403E-87E9-F5DA3509F95B}" presName="hierChild3" presStyleCnt="0"/>
      <dgm:spPr/>
    </dgm:pt>
    <dgm:pt modelId="{F2E522B1-4E27-4445-94DA-2D7A08A3D0C8}" type="pres">
      <dgm:prSet presAssocID="{4F336FB6-2B2B-42B5-AD0E-E96D6D1CCA2E}" presName="Name10" presStyleLbl="parChTrans1D2" presStyleIdx="3" presStyleCnt="4"/>
      <dgm:spPr/>
    </dgm:pt>
    <dgm:pt modelId="{7292012E-4211-5646-B809-7FC8D78FC7A3}" type="pres">
      <dgm:prSet presAssocID="{E609DC87-8BC9-4465-BE00-E7528E80A8F4}" presName="hierRoot2" presStyleCnt="0"/>
      <dgm:spPr/>
    </dgm:pt>
    <dgm:pt modelId="{23E7EF3F-5C7B-D84D-A981-D59D0D1FFA17}" type="pres">
      <dgm:prSet presAssocID="{E609DC87-8BC9-4465-BE00-E7528E80A8F4}" presName="composite2" presStyleCnt="0"/>
      <dgm:spPr/>
    </dgm:pt>
    <dgm:pt modelId="{EE8A3C0B-1038-F147-838D-D223831E3F32}" type="pres">
      <dgm:prSet presAssocID="{E609DC87-8BC9-4465-BE00-E7528E80A8F4}" presName="background2" presStyleLbl="node2" presStyleIdx="3" presStyleCnt="4"/>
      <dgm:spPr/>
    </dgm:pt>
    <dgm:pt modelId="{A8D02C62-2BB7-B449-B782-7558905C0BDE}" type="pres">
      <dgm:prSet presAssocID="{E609DC87-8BC9-4465-BE00-E7528E80A8F4}" presName="text2" presStyleLbl="fgAcc2" presStyleIdx="3" presStyleCnt="4">
        <dgm:presLayoutVars>
          <dgm:chPref val="3"/>
        </dgm:presLayoutVars>
      </dgm:prSet>
      <dgm:spPr/>
    </dgm:pt>
    <dgm:pt modelId="{19DBF3E9-BB0B-0947-9F5A-54A591B5C115}" type="pres">
      <dgm:prSet presAssocID="{E609DC87-8BC9-4465-BE00-E7528E80A8F4}" presName="hierChild3" presStyleCnt="0"/>
      <dgm:spPr/>
    </dgm:pt>
  </dgm:ptLst>
  <dgm:cxnLst>
    <dgm:cxn modelId="{6CD19F0C-76F3-A84B-A469-B6E26935FD59}" type="presOf" srcId="{983BEB83-7D49-439E-BC9C-B15DC68A3088}" destId="{CD8A40D2-4AE3-1D4E-A8DE-0F0F0D1E07B7}" srcOrd="0" destOrd="0" presId="urn:microsoft.com/office/officeart/2005/8/layout/hierarchy1"/>
    <dgm:cxn modelId="{B7781410-25D0-4E4F-AE77-8D34F22A8104}" type="presOf" srcId="{BA3FEC2C-5287-409F-AEBE-25E55C77C2E4}" destId="{4701CAF7-B2AB-FC48-98A2-0B42610F1309}" srcOrd="0" destOrd="0" presId="urn:microsoft.com/office/officeart/2005/8/layout/hierarchy1"/>
    <dgm:cxn modelId="{9DD90A16-0BB7-5A4A-9A53-78F82919AE52}" type="presOf" srcId="{06FF9353-187F-4AB9-A744-8E01AED23DC6}" destId="{71FD837B-687A-B74E-A0FF-0850177FA4A4}" srcOrd="0" destOrd="0" presId="urn:microsoft.com/office/officeart/2005/8/layout/hierarchy1"/>
    <dgm:cxn modelId="{E24FA722-BBB8-9748-BD69-8DEE960B41E2}" type="presOf" srcId="{AFAF6B9B-A561-4AA1-8747-52A87301F6AC}" destId="{B5571F9E-EEA1-5344-B33C-E8DF3AA01BA2}" srcOrd="0" destOrd="0" presId="urn:microsoft.com/office/officeart/2005/8/layout/hierarchy1"/>
    <dgm:cxn modelId="{933BEF2B-EE05-6B46-88DE-4A287EEEC427}" type="presOf" srcId="{FD11767E-E12A-4613-B753-E0D514CD3539}" destId="{6EE54AF0-436B-9549-99B7-E85FC6A05FA6}" srcOrd="0" destOrd="0" presId="urn:microsoft.com/office/officeart/2005/8/layout/hierarchy1"/>
    <dgm:cxn modelId="{A349CE4F-F14E-4B9D-A813-EED4F0ED3379}" srcId="{983BEB83-7D49-439E-BC9C-B15DC68A3088}" destId="{E609DC87-8BC9-4465-BE00-E7528E80A8F4}" srcOrd="3" destOrd="0" parTransId="{4F336FB6-2B2B-42B5-AD0E-E96D6D1CCA2E}" sibTransId="{6255B89B-EEEC-4C4A-8DB7-170817C63799}"/>
    <dgm:cxn modelId="{FB00B761-A544-1A4A-8510-836614586A40}" type="presOf" srcId="{E609DC87-8BC9-4465-BE00-E7528E80A8F4}" destId="{A8D02C62-2BB7-B449-B782-7558905C0BDE}" srcOrd="0" destOrd="0" presId="urn:microsoft.com/office/officeart/2005/8/layout/hierarchy1"/>
    <dgm:cxn modelId="{2A84646A-9076-DD46-A05C-697BEB085A98}" type="presOf" srcId="{D7FFEF42-AB2D-4048-A751-85FEC4664008}" destId="{656D972F-32C7-EF47-8039-4775D53147DD}" srcOrd="0" destOrd="0" presId="urn:microsoft.com/office/officeart/2005/8/layout/hierarchy1"/>
    <dgm:cxn modelId="{FFA12C76-A194-5F4C-AF71-648B2EA53FFC}" type="presOf" srcId="{4F336FB6-2B2B-42B5-AD0E-E96D6D1CCA2E}" destId="{F2E522B1-4E27-4445-94DA-2D7A08A3D0C8}" srcOrd="0" destOrd="0" presId="urn:microsoft.com/office/officeart/2005/8/layout/hierarchy1"/>
    <dgm:cxn modelId="{61D4077B-1744-9748-9CCA-4E1D1C91D9DD}" type="presOf" srcId="{D9B5335C-951D-4DD5-8B33-2A314001C862}" destId="{09BDCDA6-B4C4-EC40-9EEB-AD4FDE14D711}" srcOrd="0" destOrd="0" presId="urn:microsoft.com/office/officeart/2005/8/layout/hierarchy1"/>
    <dgm:cxn modelId="{0789D492-EC47-49E5-AE42-ADCE02909C40}" srcId="{983BEB83-7D49-439E-BC9C-B15DC68A3088}" destId="{06FF9353-187F-4AB9-A744-8E01AED23DC6}" srcOrd="0" destOrd="0" parTransId="{FD11767E-E12A-4613-B753-E0D514CD3539}" sibTransId="{849CCC1D-CE59-442C-924F-595C4D99CBCE}"/>
    <dgm:cxn modelId="{00EB2693-4F17-45D9-A7B9-3CBE62C087BA}" srcId="{AFAF6B9B-A561-4AA1-8747-52A87301F6AC}" destId="{983BEB83-7D49-439E-BC9C-B15DC68A3088}" srcOrd="0" destOrd="0" parTransId="{52B3CC89-0634-4FC8-B8D3-61F4B6E0DFD4}" sibTransId="{9ECE2B81-7149-4DC0-B7F5-903F3230D1E7}"/>
    <dgm:cxn modelId="{9F11C493-BFB7-4171-AB9A-DBBE00A9F4D6}" srcId="{983BEB83-7D49-439E-BC9C-B15DC68A3088}" destId="{BA3FEC2C-5287-409F-AEBE-25E55C77C2E4}" srcOrd="1" destOrd="0" parTransId="{D9B5335C-951D-4DD5-8B33-2A314001C862}" sibTransId="{6AA011BD-BBB1-4181-8175-2DB84B2B818F}"/>
    <dgm:cxn modelId="{C36975D7-8FAA-42A4-9A0A-2682356C3684}" srcId="{983BEB83-7D49-439E-BC9C-B15DC68A3088}" destId="{2BEF5576-8794-403E-87E9-F5DA3509F95B}" srcOrd="2" destOrd="0" parTransId="{D7FFEF42-AB2D-4048-A751-85FEC4664008}" sibTransId="{FEA76F17-0D72-4499-81C7-9F006F498D8C}"/>
    <dgm:cxn modelId="{E49201D8-B34B-C74E-B385-9B83B773CA7F}" type="presOf" srcId="{2BEF5576-8794-403E-87E9-F5DA3509F95B}" destId="{622C02BF-3140-3D4E-AF9E-DD575DCB6927}" srcOrd="0" destOrd="0" presId="urn:microsoft.com/office/officeart/2005/8/layout/hierarchy1"/>
    <dgm:cxn modelId="{EB6992B0-15B4-9547-B273-A99AF11ED48A}" type="presParOf" srcId="{B5571F9E-EEA1-5344-B33C-E8DF3AA01BA2}" destId="{BE8E13B7-7A5A-EB47-BE5E-F68C0A3ACDBF}" srcOrd="0" destOrd="0" presId="urn:microsoft.com/office/officeart/2005/8/layout/hierarchy1"/>
    <dgm:cxn modelId="{AB8C008F-8BF3-4B47-A09E-04EBA1F4D7F6}" type="presParOf" srcId="{BE8E13B7-7A5A-EB47-BE5E-F68C0A3ACDBF}" destId="{B425D742-3F3E-804D-91DD-10641E7EB77F}" srcOrd="0" destOrd="0" presId="urn:microsoft.com/office/officeart/2005/8/layout/hierarchy1"/>
    <dgm:cxn modelId="{1453914A-545A-C54E-B35D-EFCCD6D6CCA1}" type="presParOf" srcId="{B425D742-3F3E-804D-91DD-10641E7EB77F}" destId="{6F94497E-6559-3149-ADAC-9990514BFA83}" srcOrd="0" destOrd="0" presId="urn:microsoft.com/office/officeart/2005/8/layout/hierarchy1"/>
    <dgm:cxn modelId="{36C3C573-1931-F148-A017-1E28930D8AB6}" type="presParOf" srcId="{B425D742-3F3E-804D-91DD-10641E7EB77F}" destId="{CD8A40D2-4AE3-1D4E-A8DE-0F0F0D1E07B7}" srcOrd="1" destOrd="0" presId="urn:microsoft.com/office/officeart/2005/8/layout/hierarchy1"/>
    <dgm:cxn modelId="{D3096276-F045-5C40-A9C0-061C22E49F8C}" type="presParOf" srcId="{BE8E13B7-7A5A-EB47-BE5E-F68C0A3ACDBF}" destId="{42A65E67-DE5F-CA43-AA82-5BE26AFB7EDF}" srcOrd="1" destOrd="0" presId="urn:microsoft.com/office/officeart/2005/8/layout/hierarchy1"/>
    <dgm:cxn modelId="{3FFEA3D3-B4BA-0246-913A-3D6269F19A9C}" type="presParOf" srcId="{42A65E67-DE5F-CA43-AA82-5BE26AFB7EDF}" destId="{6EE54AF0-436B-9549-99B7-E85FC6A05FA6}" srcOrd="0" destOrd="0" presId="urn:microsoft.com/office/officeart/2005/8/layout/hierarchy1"/>
    <dgm:cxn modelId="{7563241B-808E-E143-A5F9-D0E8A4E58CFB}" type="presParOf" srcId="{42A65E67-DE5F-CA43-AA82-5BE26AFB7EDF}" destId="{A760EA26-AE22-0B4A-B58A-E2B4CB8FF72F}" srcOrd="1" destOrd="0" presId="urn:microsoft.com/office/officeart/2005/8/layout/hierarchy1"/>
    <dgm:cxn modelId="{A28FFFCC-4CF0-874E-8454-DA805EE8CDA0}" type="presParOf" srcId="{A760EA26-AE22-0B4A-B58A-E2B4CB8FF72F}" destId="{D0A3D2AD-87AB-8B45-A38E-10E3E8A6E274}" srcOrd="0" destOrd="0" presId="urn:microsoft.com/office/officeart/2005/8/layout/hierarchy1"/>
    <dgm:cxn modelId="{9C69B7A6-776E-664E-A2FD-A3BD00C7EB77}" type="presParOf" srcId="{D0A3D2AD-87AB-8B45-A38E-10E3E8A6E274}" destId="{A6ADD469-2196-6A4D-9FE8-31286CD86078}" srcOrd="0" destOrd="0" presId="urn:microsoft.com/office/officeart/2005/8/layout/hierarchy1"/>
    <dgm:cxn modelId="{3AF8FDE6-8F9E-7743-B880-DBA66E6DB2E2}" type="presParOf" srcId="{D0A3D2AD-87AB-8B45-A38E-10E3E8A6E274}" destId="{71FD837B-687A-B74E-A0FF-0850177FA4A4}" srcOrd="1" destOrd="0" presId="urn:microsoft.com/office/officeart/2005/8/layout/hierarchy1"/>
    <dgm:cxn modelId="{E19DA640-92EE-6E43-9C24-98D5FE3BAA2D}" type="presParOf" srcId="{A760EA26-AE22-0B4A-B58A-E2B4CB8FF72F}" destId="{4B051627-F6AB-4949-A2D8-6039232AD02D}" srcOrd="1" destOrd="0" presId="urn:microsoft.com/office/officeart/2005/8/layout/hierarchy1"/>
    <dgm:cxn modelId="{65E6BF5A-CD2B-BB4F-8B70-2980E452DB59}" type="presParOf" srcId="{42A65E67-DE5F-CA43-AA82-5BE26AFB7EDF}" destId="{09BDCDA6-B4C4-EC40-9EEB-AD4FDE14D711}" srcOrd="2" destOrd="0" presId="urn:microsoft.com/office/officeart/2005/8/layout/hierarchy1"/>
    <dgm:cxn modelId="{00240D22-F101-4B4C-9144-69710B126A1B}" type="presParOf" srcId="{42A65E67-DE5F-CA43-AA82-5BE26AFB7EDF}" destId="{C39F7DBB-C38B-CD47-8F08-73249C37F17A}" srcOrd="3" destOrd="0" presId="urn:microsoft.com/office/officeart/2005/8/layout/hierarchy1"/>
    <dgm:cxn modelId="{0919AD5A-AD61-604C-A4F5-3467AA8E512A}" type="presParOf" srcId="{C39F7DBB-C38B-CD47-8F08-73249C37F17A}" destId="{CAC43F65-9684-2F4F-B021-342A86A4BF1C}" srcOrd="0" destOrd="0" presId="urn:microsoft.com/office/officeart/2005/8/layout/hierarchy1"/>
    <dgm:cxn modelId="{5BECE8E5-D84E-1043-BF3D-3ACFCD1E3207}" type="presParOf" srcId="{CAC43F65-9684-2F4F-B021-342A86A4BF1C}" destId="{C75EA7CC-7089-F54B-A03B-AA870739594B}" srcOrd="0" destOrd="0" presId="urn:microsoft.com/office/officeart/2005/8/layout/hierarchy1"/>
    <dgm:cxn modelId="{88E30898-E2E8-BF45-8588-01A6CAFBF790}" type="presParOf" srcId="{CAC43F65-9684-2F4F-B021-342A86A4BF1C}" destId="{4701CAF7-B2AB-FC48-98A2-0B42610F1309}" srcOrd="1" destOrd="0" presId="urn:microsoft.com/office/officeart/2005/8/layout/hierarchy1"/>
    <dgm:cxn modelId="{8C12500B-C5DF-FF4D-94D2-3B8138673F6B}" type="presParOf" srcId="{C39F7DBB-C38B-CD47-8F08-73249C37F17A}" destId="{81F55EA5-85BE-214D-9A2A-3B470E55BB23}" srcOrd="1" destOrd="0" presId="urn:microsoft.com/office/officeart/2005/8/layout/hierarchy1"/>
    <dgm:cxn modelId="{5FDEFD7E-CCD0-7647-A25E-AC7AE69D9AD6}" type="presParOf" srcId="{42A65E67-DE5F-CA43-AA82-5BE26AFB7EDF}" destId="{656D972F-32C7-EF47-8039-4775D53147DD}" srcOrd="4" destOrd="0" presId="urn:microsoft.com/office/officeart/2005/8/layout/hierarchy1"/>
    <dgm:cxn modelId="{0D327E6A-2DD4-AB45-9CFF-F2DEE1173627}" type="presParOf" srcId="{42A65E67-DE5F-CA43-AA82-5BE26AFB7EDF}" destId="{95FF8868-08E3-A34C-9BC5-6926291D50E4}" srcOrd="5" destOrd="0" presId="urn:microsoft.com/office/officeart/2005/8/layout/hierarchy1"/>
    <dgm:cxn modelId="{403B50C5-F270-BC49-90B5-DC8836DA06DB}" type="presParOf" srcId="{95FF8868-08E3-A34C-9BC5-6926291D50E4}" destId="{52371862-5CA8-7946-97B8-839FE550240E}" srcOrd="0" destOrd="0" presId="urn:microsoft.com/office/officeart/2005/8/layout/hierarchy1"/>
    <dgm:cxn modelId="{A0545823-4A30-F243-BCA8-374C3AB79E44}" type="presParOf" srcId="{52371862-5CA8-7946-97B8-839FE550240E}" destId="{573290A8-6335-7A49-BC26-928A02A3E3AE}" srcOrd="0" destOrd="0" presId="urn:microsoft.com/office/officeart/2005/8/layout/hierarchy1"/>
    <dgm:cxn modelId="{C216F24B-2898-CA4D-986C-FF81706F8E72}" type="presParOf" srcId="{52371862-5CA8-7946-97B8-839FE550240E}" destId="{622C02BF-3140-3D4E-AF9E-DD575DCB6927}" srcOrd="1" destOrd="0" presId="urn:microsoft.com/office/officeart/2005/8/layout/hierarchy1"/>
    <dgm:cxn modelId="{FD971A6E-B261-224A-9D8C-374BE95BC010}" type="presParOf" srcId="{95FF8868-08E3-A34C-9BC5-6926291D50E4}" destId="{AC46B790-C9B4-5946-A1B1-177672864420}" srcOrd="1" destOrd="0" presId="urn:microsoft.com/office/officeart/2005/8/layout/hierarchy1"/>
    <dgm:cxn modelId="{9A4D3DB4-D91E-C04A-A4FD-4005EDB01D14}" type="presParOf" srcId="{42A65E67-DE5F-CA43-AA82-5BE26AFB7EDF}" destId="{F2E522B1-4E27-4445-94DA-2D7A08A3D0C8}" srcOrd="6" destOrd="0" presId="urn:microsoft.com/office/officeart/2005/8/layout/hierarchy1"/>
    <dgm:cxn modelId="{F24B4088-7BCF-D44C-8299-F449961ED85B}" type="presParOf" srcId="{42A65E67-DE5F-CA43-AA82-5BE26AFB7EDF}" destId="{7292012E-4211-5646-B809-7FC8D78FC7A3}" srcOrd="7" destOrd="0" presId="urn:microsoft.com/office/officeart/2005/8/layout/hierarchy1"/>
    <dgm:cxn modelId="{EF0B317D-1BE1-ED4A-891C-3693151190DE}" type="presParOf" srcId="{7292012E-4211-5646-B809-7FC8D78FC7A3}" destId="{23E7EF3F-5C7B-D84D-A981-D59D0D1FFA17}" srcOrd="0" destOrd="0" presId="urn:microsoft.com/office/officeart/2005/8/layout/hierarchy1"/>
    <dgm:cxn modelId="{BEBBE5B0-63D4-4F4C-B601-4D177A70152D}" type="presParOf" srcId="{23E7EF3F-5C7B-D84D-A981-D59D0D1FFA17}" destId="{EE8A3C0B-1038-F147-838D-D223831E3F32}" srcOrd="0" destOrd="0" presId="urn:microsoft.com/office/officeart/2005/8/layout/hierarchy1"/>
    <dgm:cxn modelId="{3B0E8EEA-D0B0-6D4D-A682-E1D386C20780}" type="presParOf" srcId="{23E7EF3F-5C7B-D84D-A981-D59D0D1FFA17}" destId="{A8D02C62-2BB7-B449-B782-7558905C0BDE}" srcOrd="1" destOrd="0" presId="urn:microsoft.com/office/officeart/2005/8/layout/hierarchy1"/>
    <dgm:cxn modelId="{F92A3509-51D3-1B4A-A23D-8E3E5616AA3A}" type="presParOf" srcId="{7292012E-4211-5646-B809-7FC8D78FC7A3}" destId="{19DBF3E9-BB0B-0947-9F5A-54A591B5C11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A896B1-01DF-4C33-B007-47225990414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78B4BE-99B2-4FAD-A1AA-80FE076E87CE}">
      <dgm:prSet/>
      <dgm:spPr/>
      <dgm:t>
        <a:bodyPr/>
        <a:lstStyle/>
        <a:p>
          <a:r>
            <a:rPr lang="en-US"/>
            <a:t>Setup Guide </a:t>
          </a:r>
        </a:p>
      </dgm:t>
    </dgm:pt>
    <dgm:pt modelId="{FC1BCF34-2152-47DB-9E4E-4622C04FCFA5}" type="parTrans" cxnId="{D3023709-1A4A-4AA7-9890-928ACDEBD1B5}">
      <dgm:prSet/>
      <dgm:spPr/>
      <dgm:t>
        <a:bodyPr/>
        <a:lstStyle/>
        <a:p>
          <a:endParaRPr lang="en-US"/>
        </a:p>
      </dgm:t>
    </dgm:pt>
    <dgm:pt modelId="{FD67CD85-EA76-4F89-B7F0-77747B0FEDCF}" type="sibTrans" cxnId="{D3023709-1A4A-4AA7-9890-928ACDEBD1B5}">
      <dgm:prSet/>
      <dgm:spPr/>
      <dgm:t>
        <a:bodyPr/>
        <a:lstStyle/>
        <a:p>
          <a:endParaRPr lang="en-US"/>
        </a:p>
      </dgm:t>
    </dgm:pt>
    <dgm:pt modelId="{BA176CAF-C2CC-4F77-AD30-A027F68564F6}">
      <dgm:prSet/>
      <dgm:spPr/>
      <dgm:t>
        <a:bodyPr/>
        <a:lstStyle/>
        <a:p>
          <a:r>
            <a:rPr lang="en-US"/>
            <a:t>1. Create database using database.sql </a:t>
          </a:r>
        </a:p>
      </dgm:t>
    </dgm:pt>
    <dgm:pt modelId="{19DEDDAD-5A7E-4997-9AE9-350239BC2ABD}" type="parTrans" cxnId="{A05ECB05-2961-44A3-80C8-4A22A0E78132}">
      <dgm:prSet/>
      <dgm:spPr/>
      <dgm:t>
        <a:bodyPr/>
        <a:lstStyle/>
        <a:p>
          <a:endParaRPr lang="en-US"/>
        </a:p>
      </dgm:t>
    </dgm:pt>
    <dgm:pt modelId="{7701C005-C8ED-46ED-B442-E1E30E1AAF09}" type="sibTrans" cxnId="{A05ECB05-2961-44A3-80C8-4A22A0E78132}">
      <dgm:prSet/>
      <dgm:spPr/>
      <dgm:t>
        <a:bodyPr/>
        <a:lstStyle/>
        <a:p>
          <a:endParaRPr lang="en-US"/>
        </a:p>
      </dgm:t>
    </dgm:pt>
    <dgm:pt modelId="{9C81676B-DE3D-4FB8-8523-425823151BD5}">
      <dgm:prSet/>
      <dgm:spPr/>
      <dgm:t>
        <a:bodyPr/>
        <a:lstStyle/>
        <a:p>
          <a:r>
            <a:rPr lang="en-US"/>
            <a:t>2. Configure DB credentials in config/db.php </a:t>
          </a:r>
        </a:p>
      </dgm:t>
    </dgm:pt>
    <dgm:pt modelId="{234C7D09-50A9-4916-9829-CA69F3274C2E}" type="parTrans" cxnId="{9CC7E30F-4A6F-4F25-9A1C-8A0F6D65C82C}">
      <dgm:prSet/>
      <dgm:spPr/>
      <dgm:t>
        <a:bodyPr/>
        <a:lstStyle/>
        <a:p>
          <a:endParaRPr lang="en-US"/>
        </a:p>
      </dgm:t>
    </dgm:pt>
    <dgm:pt modelId="{FAD7EF19-8C35-4F89-80E9-2D3346326834}" type="sibTrans" cxnId="{9CC7E30F-4A6F-4F25-9A1C-8A0F6D65C82C}">
      <dgm:prSet/>
      <dgm:spPr/>
      <dgm:t>
        <a:bodyPr/>
        <a:lstStyle/>
        <a:p>
          <a:endParaRPr lang="en-US"/>
        </a:p>
      </dgm:t>
    </dgm:pt>
    <dgm:pt modelId="{62B3578A-74AB-479F-82C7-6566F2396ABD}">
      <dgm:prSet/>
      <dgm:spPr/>
      <dgm:t>
        <a:bodyPr/>
        <a:lstStyle/>
        <a:p>
          <a:r>
            <a:rPr lang="en-US"/>
            <a:t>3. Copy project to web root </a:t>
          </a:r>
        </a:p>
      </dgm:t>
    </dgm:pt>
    <dgm:pt modelId="{1BB3B878-5E4A-46D1-B939-8CAFC570B4E0}" type="parTrans" cxnId="{D60F8006-605F-43C7-A5A9-EBB9C54863F7}">
      <dgm:prSet/>
      <dgm:spPr/>
      <dgm:t>
        <a:bodyPr/>
        <a:lstStyle/>
        <a:p>
          <a:endParaRPr lang="en-US"/>
        </a:p>
      </dgm:t>
    </dgm:pt>
    <dgm:pt modelId="{1FEF60FC-9B87-447D-814E-8BFB962736CD}" type="sibTrans" cxnId="{D60F8006-605F-43C7-A5A9-EBB9C54863F7}">
      <dgm:prSet/>
      <dgm:spPr/>
      <dgm:t>
        <a:bodyPr/>
        <a:lstStyle/>
        <a:p>
          <a:endParaRPr lang="en-US"/>
        </a:p>
      </dgm:t>
    </dgm:pt>
    <dgm:pt modelId="{70FF03AF-9DB0-467E-A1A0-BF2C80A96C23}">
      <dgm:prSet/>
      <dgm:spPr/>
      <dgm:t>
        <a:bodyPr/>
        <a:lstStyle/>
        <a:p>
          <a:r>
            <a:rPr lang="en-US"/>
            <a:t>4. Start web server (php -S localhost:8000) </a:t>
          </a:r>
        </a:p>
      </dgm:t>
    </dgm:pt>
    <dgm:pt modelId="{D4A6B34E-05B5-46A7-B21D-DDC926A6EC2C}" type="parTrans" cxnId="{914CC62E-6E19-42D3-BCAE-1E49DADEEF04}">
      <dgm:prSet/>
      <dgm:spPr/>
      <dgm:t>
        <a:bodyPr/>
        <a:lstStyle/>
        <a:p>
          <a:endParaRPr lang="en-US"/>
        </a:p>
      </dgm:t>
    </dgm:pt>
    <dgm:pt modelId="{B7783A4F-F5CB-44EE-85D9-CE2319DD6157}" type="sibTrans" cxnId="{914CC62E-6E19-42D3-BCAE-1E49DADEEF04}">
      <dgm:prSet/>
      <dgm:spPr/>
      <dgm:t>
        <a:bodyPr/>
        <a:lstStyle/>
        <a:p>
          <a:endParaRPr lang="en-US"/>
        </a:p>
      </dgm:t>
    </dgm:pt>
    <dgm:pt modelId="{958F78B2-A1D7-4003-99D5-B820D35881D3}">
      <dgm:prSet/>
      <dgm:spPr/>
      <dgm:t>
        <a:bodyPr/>
        <a:lstStyle/>
        <a:p>
          <a:r>
            <a:rPr lang="en-US"/>
            <a:t>5. Access via browser</a:t>
          </a:r>
        </a:p>
      </dgm:t>
    </dgm:pt>
    <dgm:pt modelId="{ACB60BC7-1B41-48A4-9500-A49115F96756}" type="parTrans" cxnId="{48FB5C2D-2AD2-4DAD-937C-C70F2B1083BF}">
      <dgm:prSet/>
      <dgm:spPr/>
      <dgm:t>
        <a:bodyPr/>
        <a:lstStyle/>
        <a:p>
          <a:endParaRPr lang="en-US"/>
        </a:p>
      </dgm:t>
    </dgm:pt>
    <dgm:pt modelId="{BAEAAE7D-118E-4007-8F8D-52DAB60549AE}" type="sibTrans" cxnId="{48FB5C2D-2AD2-4DAD-937C-C70F2B1083BF}">
      <dgm:prSet/>
      <dgm:spPr/>
      <dgm:t>
        <a:bodyPr/>
        <a:lstStyle/>
        <a:p>
          <a:endParaRPr lang="en-US"/>
        </a:p>
      </dgm:t>
    </dgm:pt>
    <dgm:pt modelId="{95BF7F3A-4D61-3E4B-B712-80E69340C9E4}" type="pres">
      <dgm:prSet presAssocID="{F1A896B1-01DF-4C33-B007-472259904144}" presName="linear" presStyleCnt="0">
        <dgm:presLayoutVars>
          <dgm:dir/>
          <dgm:animLvl val="lvl"/>
          <dgm:resizeHandles val="exact"/>
        </dgm:presLayoutVars>
      </dgm:prSet>
      <dgm:spPr/>
    </dgm:pt>
    <dgm:pt modelId="{7B912F5C-A9F8-6F4F-B5E2-3046DF43E6C4}" type="pres">
      <dgm:prSet presAssocID="{7578B4BE-99B2-4FAD-A1AA-80FE076E87CE}" presName="parentLin" presStyleCnt="0"/>
      <dgm:spPr/>
    </dgm:pt>
    <dgm:pt modelId="{6E819379-2E13-6D49-BAA6-09E6731DF9F7}" type="pres">
      <dgm:prSet presAssocID="{7578B4BE-99B2-4FAD-A1AA-80FE076E87CE}" presName="parentLeftMargin" presStyleLbl="node1" presStyleIdx="0" presStyleCnt="6"/>
      <dgm:spPr/>
    </dgm:pt>
    <dgm:pt modelId="{BC9D5453-4D44-0249-BA8E-DCD50A1E0052}" type="pres">
      <dgm:prSet presAssocID="{7578B4BE-99B2-4FAD-A1AA-80FE076E87C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23B98B0-40E4-2E41-AB9F-3278F8AFA05F}" type="pres">
      <dgm:prSet presAssocID="{7578B4BE-99B2-4FAD-A1AA-80FE076E87CE}" presName="negativeSpace" presStyleCnt="0"/>
      <dgm:spPr/>
    </dgm:pt>
    <dgm:pt modelId="{789650EC-1157-3942-9A3B-AE49208FB224}" type="pres">
      <dgm:prSet presAssocID="{7578B4BE-99B2-4FAD-A1AA-80FE076E87CE}" presName="childText" presStyleLbl="conFgAcc1" presStyleIdx="0" presStyleCnt="6">
        <dgm:presLayoutVars>
          <dgm:bulletEnabled val="1"/>
        </dgm:presLayoutVars>
      </dgm:prSet>
      <dgm:spPr/>
    </dgm:pt>
    <dgm:pt modelId="{F91C92F0-5DFD-CD4F-B2C7-28E0C759A59C}" type="pres">
      <dgm:prSet presAssocID="{FD67CD85-EA76-4F89-B7F0-77747B0FEDCF}" presName="spaceBetweenRectangles" presStyleCnt="0"/>
      <dgm:spPr/>
    </dgm:pt>
    <dgm:pt modelId="{8CAF482D-2882-9F43-882E-AEC24E16ABF9}" type="pres">
      <dgm:prSet presAssocID="{BA176CAF-C2CC-4F77-AD30-A027F68564F6}" presName="parentLin" presStyleCnt="0"/>
      <dgm:spPr/>
    </dgm:pt>
    <dgm:pt modelId="{32D6E01C-F68F-D74C-B1BA-5B7FF807DF6E}" type="pres">
      <dgm:prSet presAssocID="{BA176CAF-C2CC-4F77-AD30-A027F68564F6}" presName="parentLeftMargin" presStyleLbl="node1" presStyleIdx="0" presStyleCnt="6"/>
      <dgm:spPr/>
    </dgm:pt>
    <dgm:pt modelId="{D2D9E2CA-22FE-4244-9E9A-B4B7B247C039}" type="pres">
      <dgm:prSet presAssocID="{BA176CAF-C2CC-4F77-AD30-A027F68564F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726637F-DCA7-CB46-8061-EF87E403E014}" type="pres">
      <dgm:prSet presAssocID="{BA176CAF-C2CC-4F77-AD30-A027F68564F6}" presName="negativeSpace" presStyleCnt="0"/>
      <dgm:spPr/>
    </dgm:pt>
    <dgm:pt modelId="{45D116B7-2C78-C543-B1EE-E67D1A65A31D}" type="pres">
      <dgm:prSet presAssocID="{BA176CAF-C2CC-4F77-AD30-A027F68564F6}" presName="childText" presStyleLbl="conFgAcc1" presStyleIdx="1" presStyleCnt="6">
        <dgm:presLayoutVars>
          <dgm:bulletEnabled val="1"/>
        </dgm:presLayoutVars>
      </dgm:prSet>
      <dgm:spPr/>
    </dgm:pt>
    <dgm:pt modelId="{BC0E85C9-4B18-F54A-9CA9-4ACCFE6ACDA3}" type="pres">
      <dgm:prSet presAssocID="{7701C005-C8ED-46ED-B442-E1E30E1AAF09}" presName="spaceBetweenRectangles" presStyleCnt="0"/>
      <dgm:spPr/>
    </dgm:pt>
    <dgm:pt modelId="{04DEA32F-35FE-EC47-9E43-CE38F756E2E8}" type="pres">
      <dgm:prSet presAssocID="{9C81676B-DE3D-4FB8-8523-425823151BD5}" presName="parentLin" presStyleCnt="0"/>
      <dgm:spPr/>
    </dgm:pt>
    <dgm:pt modelId="{754208E8-6DF2-1B4F-ADBF-BF6AD98667EE}" type="pres">
      <dgm:prSet presAssocID="{9C81676B-DE3D-4FB8-8523-425823151BD5}" presName="parentLeftMargin" presStyleLbl="node1" presStyleIdx="1" presStyleCnt="6"/>
      <dgm:spPr/>
    </dgm:pt>
    <dgm:pt modelId="{0B65C4BB-1484-0944-99F7-86C7887E7907}" type="pres">
      <dgm:prSet presAssocID="{9C81676B-DE3D-4FB8-8523-425823151BD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7136E6D-1EAC-B344-9E02-B905A8DAD4BB}" type="pres">
      <dgm:prSet presAssocID="{9C81676B-DE3D-4FB8-8523-425823151BD5}" presName="negativeSpace" presStyleCnt="0"/>
      <dgm:spPr/>
    </dgm:pt>
    <dgm:pt modelId="{5AE727B0-0FD9-AA49-AEE0-36E158410B7A}" type="pres">
      <dgm:prSet presAssocID="{9C81676B-DE3D-4FB8-8523-425823151BD5}" presName="childText" presStyleLbl="conFgAcc1" presStyleIdx="2" presStyleCnt="6">
        <dgm:presLayoutVars>
          <dgm:bulletEnabled val="1"/>
        </dgm:presLayoutVars>
      </dgm:prSet>
      <dgm:spPr/>
    </dgm:pt>
    <dgm:pt modelId="{69ECD4B4-883A-D74A-954D-C082C24FB822}" type="pres">
      <dgm:prSet presAssocID="{FAD7EF19-8C35-4F89-80E9-2D3346326834}" presName="spaceBetweenRectangles" presStyleCnt="0"/>
      <dgm:spPr/>
    </dgm:pt>
    <dgm:pt modelId="{E6599D83-F47B-994A-A590-EB80899C5D6F}" type="pres">
      <dgm:prSet presAssocID="{62B3578A-74AB-479F-82C7-6566F2396ABD}" presName="parentLin" presStyleCnt="0"/>
      <dgm:spPr/>
    </dgm:pt>
    <dgm:pt modelId="{C9F611E8-5A2C-0042-9286-2F52004D7282}" type="pres">
      <dgm:prSet presAssocID="{62B3578A-74AB-479F-82C7-6566F2396ABD}" presName="parentLeftMargin" presStyleLbl="node1" presStyleIdx="2" presStyleCnt="6"/>
      <dgm:spPr/>
    </dgm:pt>
    <dgm:pt modelId="{D913E6D3-37B0-3B49-8151-1DED2D217C6A}" type="pres">
      <dgm:prSet presAssocID="{62B3578A-74AB-479F-82C7-6566F2396AB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DD71D31-C08F-7448-ABE6-5ADD502D9803}" type="pres">
      <dgm:prSet presAssocID="{62B3578A-74AB-479F-82C7-6566F2396ABD}" presName="negativeSpace" presStyleCnt="0"/>
      <dgm:spPr/>
    </dgm:pt>
    <dgm:pt modelId="{2F067DFF-6727-754D-B189-0088A8281264}" type="pres">
      <dgm:prSet presAssocID="{62B3578A-74AB-479F-82C7-6566F2396ABD}" presName="childText" presStyleLbl="conFgAcc1" presStyleIdx="3" presStyleCnt="6">
        <dgm:presLayoutVars>
          <dgm:bulletEnabled val="1"/>
        </dgm:presLayoutVars>
      </dgm:prSet>
      <dgm:spPr/>
    </dgm:pt>
    <dgm:pt modelId="{75C5EA25-A256-764C-9B0A-7CB7A53766C2}" type="pres">
      <dgm:prSet presAssocID="{1FEF60FC-9B87-447D-814E-8BFB962736CD}" presName="spaceBetweenRectangles" presStyleCnt="0"/>
      <dgm:spPr/>
    </dgm:pt>
    <dgm:pt modelId="{EA139B09-B88F-EA42-A679-B46C057B0FB8}" type="pres">
      <dgm:prSet presAssocID="{70FF03AF-9DB0-467E-A1A0-BF2C80A96C23}" presName="parentLin" presStyleCnt="0"/>
      <dgm:spPr/>
    </dgm:pt>
    <dgm:pt modelId="{1E0F9FA9-8038-854D-8EBF-F3D493978484}" type="pres">
      <dgm:prSet presAssocID="{70FF03AF-9DB0-467E-A1A0-BF2C80A96C23}" presName="parentLeftMargin" presStyleLbl="node1" presStyleIdx="3" presStyleCnt="6"/>
      <dgm:spPr/>
    </dgm:pt>
    <dgm:pt modelId="{E6CF65F0-7592-7347-88D4-9EBE2F2DD48E}" type="pres">
      <dgm:prSet presAssocID="{70FF03AF-9DB0-467E-A1A0-BF2C80A96C2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661A9DE-52AA-3243-B42B-0764B71E2769}" type="pres">
      <dgm:prSet presAssocID="{70FF03AF-9DB0-467E-A1A0-BF2C80A96C23}" presName="negativeSpace" presStyleCnt="0"/>
      <dgm:spPr/>
    </dgm:pt>
    <dgm:pt modelId="{72E99941-E81D-4045-887F-F605DDAC4FF2}" type="pres">
      <dgm:prSet presAssocID="{70FF03AF-9DB0-467E-A1A0-BF2C80A96C23}" presName="childText" presStyleLbl="conFgAcc1" presStyleIdx="4" presStyleCnt="6">
        <dgm:presLayoutVars>
          <dgm:bulletEnabled val="1"/>
        </dgm:presLayoutVars>
      </dgm:prSet>
      <dgm:spPr/>
    </dgm:pt>
    <dgm:pt modelId="{78AE7F0C-3B28-5E42-98CE-1C24E97E9F29}" type="pres">
      <dgm:prSet presAssocID="{B7783A4F-F5CB-44EE-85D9-CE2319DD6157}" presName="spaceBetweenRectangles" presStyleCnt="0"/>
      <dgm:spPr/>
    </dgm:pt>
    <dgm:pt modelId="{A35D1354-63C7-144D-9296-6A23138E4126}" type="pres">
      <dgm:prSet presAssocID="{958F78B2-A1D7-4003-99D5-B820D35881D3}" presName="parentLin" presStyleCnt="0"/>
      <dgm:spPr/>
    </dgm:pt>
    <dgm:pt modelId="{E132810F-D4BC-CB4E-B4B3-E3F73EFF2308}" type="pres">
      <dgm:prSet presAssocID="{958F78B2-A1D7-4003-99D5-B820D35881D3}" presName="parentLeftMargin" presStyleLbl="node1" presStyleIdx="4" presStyleCnt="6"/>
      <dgm:spPr/>
    </dgm:pt>
    <dgm:pt modelId="{A08E6E25-7407-EE45-AC35-DB491E964A72}" type="pres">
      <dgm:prSet presAssocID="{958F78B2-A1D7-4003-99D5-B820D35881D3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9C9D4F4A-83DE-8E47-ADB7-2678DAAFCB87}" type="pres">
      <dgm:prSet presAssocID="{958F78B2-A1D7-4003-99D5-B820D35881D3}" presName="negativeSpace" presStyleCnt="0"/>
      <dgm:spPr/>
    </dgm:pt>
    <dgm:pt modelId="{5A1A9206-8DE1-904A-8AA9-03772B8AD5ED}" type="pres">
      <dgm:prSet presAssocID="{958F78B2-A1D7-4003-99D5-B820D35881D3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A05ECB05-2961-44A3-80C8-4A22A0E78132}" srcId="{F1A896B1-01DF-4C33-B007-472259904144}" destId="{BA176CAF-C2CC-4F77-AD30-A027F68564F6}" srcOrd="1" destOrd="0" parTransId="{19DEDDAD-5A7E-4997-9AE9-350239BC2ABD}" sibTransId="{7701C005-C8ED-46ED-B442-E1E30E1AAF09}"/>
    <dgm:cxn modelId="{D60F8006-605F-43C7-A5A9-EBB9C54863F7}" srcId="{F1A896B1-01DF-4C33-B007-472259904144}" destId="{62B3578A-74AB-479F-82C7-6566F2396ABD}" srcOrd="3" destOrd="0" parTransId="{1BB3B878-5E4A-46D1-B939-8CAFC570B4E0}" sibTransId="{1FEF60FC-9B87-447D-814E-8BFB962736CD}"/>
    <dgm:cxn modelId="{D3023709-1A4A-4AA7-9890-928ACDEBD1B5}" srcId="{F1A896B1-01DF-4C33-B007-472259904144}" destId="{7578B4BE-99B2-4FAD-A1AA-80FE076E87CE}" srcOrd="0" destOrd="0" parTransId="{FC1BCF34-2152-47DB-9E4E-4622C04FCFA5}" sibTransId="{FD67CD85-EA76-4F89-B7F0-77747B0FEDCF}"/>
    <dgm:cxn modelId="{9CC7E30F-4A6F-4F25-9A1C-8A0F6D65C82C}" srcId="{F1A896B1-01DF-4C33-B007-472259904144}" destId="{9C81676B-DE3D-4FB8-8523-425823151BD5}" srcOrd="2" destOrd="0" parTransId="{234C7D09-50A9-4916-9829-CA69F3274C2E}" sibTransId="{FAD7EF19-8C35-4F89-80E9-2D3346326834}"/>
    <dgm:cxn modelId="{CA1CA81B-C13D-A64E-A52A-3DFB7AFE4444}" type="presOf" srcId="{62B3578A-74AB-479F-82C7-6566F2396ABD}" destId="{D913E6D3-37B0-3B49-8151-1DED2D217C6A}" srcOrd="1" destOrd="0" presId="urn:microsoft.com/office/officeart/2005/8/layout/list1"/>
    <dgm:cxn modelId="{00C07A1C-8592-1E46-9BB8-295A1FEF2E35}" type="presOf" srcId="{958F78B2-A1D7-4003-99D5-B820D35881D3}" destId="{E132810F-D4BC-CB4E-B4B3-E3F73EFF2308}" srcOrd="0" destOrd="0" presId="urn:microsoft.com/office/officeart/2005/8/layout/list1"/>
    <dgm:cxn modelId="{B34ADF20-BC2B-6641-BA35-C8ABCD0A1A47}" type="presOf" srcId="{9C81676B-DE3D-4FB8-8523-425823151BD5}" destId="{0B65C4BB-1484-0944-99F7-86C7887E7907}" srcOrd="1" destOrd="0" presId="urn:microsoft.com/office/officeart/2005/8/layout/list1"/>
    <dgm:cxn modelId="{48FB5C2D-2AD2-4DAD-937C-C70F2B1083BF}" srcId="{F1A896B1-01DF-4C33-B007-472259904144}" destId="{958F78B2-A1D7-4003-99D5-B820D35881D3}" srcOrd="5" destOrd="0" parTransId="{ACB60BC7-1B41-48A4-9500-A49115F96756}" sibTransId="{BAEAAE7D-118E-4007-8F8D-52DAB60549AE}"/>
    <dgm:cxn modelId="{914CC62E-6E19-42D3-BCAE-1E49DADEEF04}" srcId="{F1A896B1-01DF-4C33-B007-472259904144}" destId="{70FF03AF-9DB0-467E-A1A0-BF2C80A96C23}" srcOrd="4" destOrd="0" parTransId="{D4A6B34E-05B5-46A7-B21D-DDC926A6EC2C}" sibTransId="{B7783A4F-F5CB-44EE-85D9-CE2319DD6157}"/>
    <dgm:cxn modelId="{4B39AE33-8905-6D4B-98CA-22BC43898BD4}" type="presOf" srcId="{7578B4BE-99B2-4FAD-A1AA-80FE076E87CE}" destId="{BC9D5453-4D44-0249-BA8E-DCD50A1E0052}" srcOrd="1" destOrd="0" presId="urn:microsoft.com/office/officeart/2005/8/layout/list1"/>
    <dgm:cxn modelId="{524F4734-CA8C-7844-8CF6-CBA875982909}" type="presOf" srcId="{BA176CAF-C2CC-4F77-AD30-A027F68564F6}" destId="{32D6E01C-F68F-D74C-B1BA-5B7FF807DF6E}" srcOrd="0" destOrd="0" presId="urn:microsoft.com/office/officeart/2005/8/layout/list1"/>
    <dgm:cxn modelId="{F1A57655-CEC2-D74A-8A76-DE66C871D738}" type="presOf" srcId="{F1A896B1-01DF-4C33-B007-472259904144}" destId="{95BF7F3A-4D61-3E4B-B712-80E69340C9E4}" srcOrd="0" destOrd="0" presId="urn:microsoft.com/office/officeart/2005/8/layout/list1"/>
    <dgm:cxn modelId="{3FFCB685-53B9-4A42-84F3-65005FF030B4}" type="presOf" srcId="{70FF03AF-9DB0-467E-A1A0-BF2C80A96C23}" destId="{E6CF65F0-7592-7347-88D4-9EBE2F2DD48E}" srcOrd="1" destOrd="0" presId="urn:microsoft.com/office/officeart/2005/8/layout/list1"/>
    <dgm:cxn modelId="{BDE45890-8121-7D4B-85A9-DE9D41315A7C}" type="presOf" srcId="{62B3578A-74AB-479F-82C7-6566F2396ABD}" destId="{C9F611E8-5A2C-0042-9286-2F52004D7282}" srcOrd="0" destOrd="0" presId="urn:microsoft.com/office/officeart/2005/8/layout/list1"/>
    <dgm:cxn modelId="{5EB78A92-0168-7642-9FB4-6C04023A78D5}" type="presOf" srcId="{9C81676B-DE3D-4FB8-8523-425823151BD5}" destId="{754208E8-6DF2-1B4F-ADBF-BF6AD98667EE}" srcOrd="0" destOrd="0" presId="urn:microsoft.com/office/officeart/2005/8/layout/list1"/>
    <dgm:cxn modelId="{447B9D98-93E2-9742-8CFE-E0A40F354414}" type="presOf" srcId="{70FF03AF-9DB0-467E-A1A0-BF2C80A96C23}" destId="{1E0F9FA9-8038-854D-8EBF-F3D493978484}" srcOrd="0" destOrd="0" presId="urn:microsoft.com/office/officeart/2005/8/layout/list1"/>
    <dgm:cxn modelId="{F0A1A6C5-1EBC-1347-9D60-012E34D547C9}" type="presOf" srcId="{7578B4BE-99B2-4FAD-A1AA-80FE076E87CE}" destId="{6E819379-2E13-6D49-BAA6-09E6731DF9F7}" srcOrd="0" destOrd="0" presId="urn:microsoft.com/office/officeart/2005/8/layout/list1"/>
    <dgm:cxn modelId="{C5C345CA-E3E4-1A43-A25F-1A0DEECAB038}" type="presOf" srcId="{BA176CAF-C2CC-4F77-AD30-A027F68564F6}" destId="{D2D9E2CA-22FE-4244-9E9A-B4B7B247C039}" srcOrd="1" destOrd="0" presId="urn:microsoft.com/office/officeart/2005/8/layout/list1"/>
    <dgm:cxn modelId="{D465ACE5-15B2-A04C-AB28-62D952C2D20E}" type="presOf" srcId="{958F78B2-A1D7-4003-99D5-B820D35881D3}" destId="{A08E6E25-7407-EE45-AC35-DB491E964A72}" srcOrd="1" destOrd="0" presId="urn:microsoft.com/office/officeart/2005/8/layout/list1"/>
    <dgm:cxn modelId="{89B14DEF-1639-394E-B39F-FA30FA2FED25}" type="presParOf" srcId="{95BF7F3A-4D61-3E4B-B712-80E69340C9E4}" destId="{7B912F5C-A9F8-6F4F-B5E2-3046DF43E6C4}" srcOrd="0" destOrd="0" presId="urn:microsoft.com/office/officeart/2005/8/layout/list1"/>
    <dgm:cxn modelId="{48FE22BB-1506-9543-80CF-77F6BC4DF526}" type="presParOf" srcId="{7B912F5C-A9F8-6F4F-B5E2-3046DF43E6C4}" destId="{6E819379-2E13-6D49-BAA6-09E6731DF9F7}" srcOrd="0" destOrd="0" presId="urn:microsoft.com/office/officeart/2005/8/layout/list1"/>
    <dgm:cxn modelId="{8E8FFE95-2E21-C141-BA1B-5434CA6A2C66}" type="presParOf" srcId="{7B912F5C-A9F8-6F4F-B5E2-3046DF43E6C4}" destId="{BC9D5453-4D44-0249-BA8E-DCD50A1E0052}" srcOrd="1" destOrd="0" presId="urn:microsoft.com/office/officeart/2005/8/layout/list1"/>
    <dgm:cxn modelId="{D444A02F-B4FB-AD4F-8D10-10699DCB91DF}" type="presParOf" srcId="{95BF7F3A-4D61-3E4B-B712-80E69340C9E4}" destId="{523B98B0-40E4-2E41-AB9F-3278F8AFA05F}" srcOrd="1" destOrd="0" presId="urn:microsoft.com/office/officeart/2005/8/layout/list1"/>
    <dgm:cxn modelId="{BE3FB6E9-A92D-764C-B106-9DE58AC98BBD}" type="presParOf" srcId="{95BF7F3A-4D61-3E4B-B712-80E69340C9E4}" destId="{789650EC-1157-3942-9A3B-AE49208FB224}" srcOrd="2" destOrd="0" presId="urn:microsoft.com/office/officeart/2005/8/layout/list1"/>
    <dgm:cxn modelId="{C97517A3-8A3B-764D-89B2-7F4F3D2C55A8}" type="presParOf" srcId="{95BF7F3A-4D61-3E4B-B712-80E69340C9E4}" destId="{F91C92F0-5DFD-CD4F-B2C7-28E0C759A59C}" srcOrd="3" destOrd="0" presId="urn:microsoft.com/office/officeart/2005/8/layout/list1"/>
    <dgm:cxn modelId="{6B8D86D7-FBAA-2048-9B8B-CBEB0C8CBBA5}" type="presParOf" srcId="{95BF7F3A-4D61-3E4B-B712-80E69340C9E4}" destId="{8CAF482D-2882-9F43-882E-AEC24E16ABF9}" srcOrd="4" destOrd="0" presId="urn:microsoft.com/office/officeart/2005/8/layout/list1"/>
    <dgm:cxn modelId="{E56D8E44-7827-B044-9683-C949C2ABCA53}" type="presParOf" srcId="{8CAF482D-2882-9F43-882E-AEC24E16ABF9}" destId="{32D6E01C-F68F-D74C-B1BA-5B7FF807DF6E}" srcOrd="0" destOrd="0" presId="urn:microsoft.com/office/officeart/2005/8/layout/list1"/>
    <dgm:cxn modelId="{6DF5132C-BC8B-334F-92DC-768861D0CAF9}" type="presParOf" srcId="{8CAF482D-2882-9F43-882E-AEC24E16ABF9}" destId="{D2D9E2CA-22FE-4244-9E9A-B4B7B247C039}" srcOrd="1" destOrd="0" presId="urn:microsoft.com/office/officeart/2005/8/layout/list1"/>
    <dgm:cxn modelId="{40D11C38-26FC-774D-BCE8-BDF682D77B6F}" type="presParOf" srcId="{95BF7F3A-4D61-3E4B-B712-80E69340C9E4}" destId="{8726637F-DCA7-CB46-8061-EF87E403E014}" srcOrd="5" destOrd="0" presId="urn:microsoft.com/office/officeart/2005/8/layout/list1"/>
    <dgm:cxn modelId="{DDB7CD8D-6AC3-B447-BCEB-4A441CBAB58D}" type="presParOf" srcId="{95BF7F3A-4D61-3E4B-B712-80E69340C9E4}" destId="{45D116B7-2C78-C543-B1EE-E67D1A65A31D}" srcOrd="6" destOrd="0" presId="urn:microsoft.com/office/officeart/2005/8/layout/list1"/>
    <dgm:cxn modelId="{755C3030-1F1C-A74E-B977-7A52C3B4B67E}" type="presParOf" srcId="{95BF7F3A-4D61-3E4B-B712-80E69340C9E4}" destId="{BC0E85C9-4B18-F54A-9CA9-4ACCFE6ACDA3}" srcOrd="7" destOrd="0" presId="urn:microsoft.com/office/officeart/2005/8/layout/list1"/>
    <dgm:cxn modelId="{17FC0B33-5A50-2843-8A18-E688C19A8E12}" type="presParOf" srcId="{95BF7F3A-4D61-3E4B-B712-80E69340C9E4}" destId="{04DEA32F-35FE-EC47-9E43-CE38F756E2E8}" srcOrd="8" destOrd="0" presId="urn:microsoft.com/office/officeart/2005/8/layout/list1"/>
    <dgm:cxn modelId="{C0C176BE-717E-C64C-BBC0-CAFE646CBF1B}" type="presParOf" srcId="{04DEA32F-35FE-EC47-9E43-CE38F756E2E8}" destId="{754208E8-6DF2-1B4F-ADBF-BF6AD98667EE}" srcOrd="0" destOrd="0" presId="urn:microsoft.com/office/officeart/2005/8/layout/list1"/>
    <dgm:cxn modelId="{34602A01-CDA7-BD42-BF6D-7B530931D37D}" type="presParOf" srcId="{04DEA32F-35FE-EC47-9E43-CE38F756E2E8}" destId="{0B65C4BB-1484-0944-99F7-86C7887E7907}" srcOrd="1" destOrd="0" presId="urn:microsoft.com/office/officeart/2005/8/layout/list1"/>
    <dgm:cxn modelId="{0BA6BDAA-C405-D847-823C-7C8AD583A6F2}" type="presParOf" srcId="{95BF7F3A-4D61-3E4B-B712-80E69340C9E4}" destId="{07136E6D-1EAC-B344-9E02-B905A8DAD4BB}" srcOrd="9" destOrd="0" presId="urn:microsoft.com/office/officeart/2005/8/layout/list1"/>
    <dgm:cxn modelId="{1DCB6E04-4570-824D-9368-31AA7D68DDA1}" type="presParOf" srcId="{95BF7F3A-4D61-3E4B-B712-80E69340C9E4}" destId="{5AE727B0-0FD9-AA49-AEE0-36E158410B7A}" srcOrd="10" destOrd="0" presId="urn:microsoft.com/office/officeart/2005/8/layout/list1"/>
    <dgm:cxn modelId="{47B80D22-5374-D64F-95D7-C677F1C20108}" type="presParOf" srcId="{95BF7F3A-4D61-3E4B-B712-80E69340C9E4}" destId="{69ECD4B4-883A-D74A-954D-C082C24FB822}" srcOrd="11" destOrd="0" presId="urn:microsoft.com/office/officeart/2005/8/layout/list1"/>
    <dgm:cxn modelId="{154A9366-B29B-6143-8F6B-5DFC7194AF6C}" type="presParOf" srcId="{95BF7F3A-4D61-3E4B-B712-80E69340C9E4}" destId="{E6599D83-F47B-994A-A590-EB80899C5D6F}" srcOrd="12" destOrd="0" presId="urn:microsoft.com/office/officeart/2005/8/layout/list1"/>
    <dgm:cxn modelId="{DFAEE198-D661-1444-B0DC-2F7D03AFE4D8}" type="presParOf" srcId="{E6599D83-F47B-994A-A590-EB80899C5D6F}" destId="{C9F611E8-5A2C-0042-9286-2F52004D7282}" srcOrd="0" destOrd="0" presId="urn:microsoft.com/office/officeart/2005/8/layout/list1"/>
    <dgm:cxn modelId="{D9C19C24-84DD-9542-88D7-F9BAA88553CE}" type="presParOf" srcId="{E6599D83-F47B-994A-A590-EB80899C5D6F}" destId="{D913E6D3-37B0-3B49-8151-1DED2D217C6A}" srcOrd="1" destOrd="0" presId="urn:microsoft.com/office/officeart/2005/8/layout/list1"/>
    <dgm:cxn modelId="{75990133-6313-DA43-93B9-9BDDCAD06AB8}" type="presParOf" srcId="{95BF7F3A-4D61-3E4B-B712-80E69340C9E4}" destId="{9DD71D31-C08F-7448-ABE6-5ADD502D9803}" srcOrd="13" destOrd="0" presId="urn:microsoft.com/office/officeart/2005/8/layout/list1"/>
    <dgm:cxn modelId="{0F61EC1E-E73F-C643-8632-4EF71DDAC489}" type="presParOf" srcId="{95BF7F3A-4D61-3E4B-B712-80E69340C9E4}" destId="{2F067DFF-6727-754D-B189-0088A8281264}" srcOrd="14" destOrd="0" presId="urn:microsoft.com/office/officeart/2005/8/layout/list1"/>
    <dgm:cxn modelId="{8F3913D9-065C-AC48-B9BF-657DE6AEE6E2}" type="presParOf" srcId="{95BF7F3A-4D61-3E4B-B712-80E69340C9E4}" destId="{75C5EA25-A256-764C-9B0A-7CB7A53766C2}" srcOrd="15" destOrd="0" presId="urn:microsoft.com/office/officeart/2005/8/layout/list1"/>
    <dgm:cxn modelId="{E17C39C4-1642-2948-9764-910DEFC905DA}" type="presParOf" srcId="{95BF7F3A-4D61-3E4B-B712-80E69340C9E4}" destId="{EA139B09-B88F-EA42-A679-B46C057B0FB8}" srcOrd="16" destOrd="0" presId="urn:microsoft.com/office/officeart/2005/8/layout/list1"/>
    <dgm:cxn modelId="{D5AC9D0A-BA6C-4844-9102-6430D1E2D535}" type="presParOf" srcId="{EA139B09-B88F-EA42-A679-B46C057B0FB8}" destId="{1E0F9FA9-8038-854D-8EBF-F3D493978484}" srcOrd="0" destOrd="0" presId="urn:microsoft.com/office/officeart/2005/8/layout/list1"/>
    <dgm:cxn modelId="{4D99F27C-E1D9-3540-A75A-F9937C429239}" type="presParOf" srcId="{EA139B09-B88F-EA42-A679-B46C057B0FB8}" destId="{E6CF65F0-7592-7347-88D4-9EBE2F2DD48E}" srcOrd="1" destOrd="0" presId="urn:microsoft.com/office/officeart/2005/8/layout/list1"/>
    <dgm:cxn modelId="{9802D66B-3E38-9441-B665-8B4EDFAA93DE}" type="presParOf" srcId="{95BF7F3A-4D61-3E4B-B712-80E69340C9E4}" destId="{4661A9DE-52AA-3243-B42B-0764B71E2769}" srcOrd="17" destOrd="0" presId="urn:microsoft.com/office/officeart/2005/8/layout/list1"/>
    <dgm:cxn modelId="{3BCC00F5-DA46-3F4C-9769-A76438ECD271}" type="presParOf" srcId="{95BF7F3A-4D61-3E4B-B712-80E69340C9E4}" destId="{72E99941-E81D-4045-887F-F605DDAC4FF2}" srcOrd="18" destOrd="0" presId="urn:microsoft.com/office/officeart/2005/8/layout/list1"/>
    <dgm:cxn modelId="{109F39ED-D169-834A-A2BE-33C35AA954CF}" type="presParOf" srcId="{95BF7F3A-4D61-3E4B-B712-80E69340C9E4}" destId="{78AE7F0C-3B28-5E42-98CE-1C24E97E9F29}" srcOrd="19" destOrd="0" presId="urn:microsoft.com/office/officeart/2005/8/layout/list1"/>
    <dgm:cxn modelId="{4980A374-F3E0-3E44-B3BA-9E1BBCE09728}" type="presParOf" srcId="{95BF7F3A-4D61-3E4B-B712-80E69340C9E4}" destId="{A35D1354-63C7-144D-9296-6A23138E4126}" srcOrd="20" destOrd="0" presId="urn:microsoft.com/office/officeart/2005/8/layout/list1"/>
    <dgm:cxn modelId="{33FDA52A-EDBE-4344-AE67-E18111C03BA1}" type="presParOf" srcId="{A35D1354-63C7-144D-9296-6A23138E4126}" destId="{E132810F-D4BC-CB4E-B4B3-E3F73EFF2308}" srcOrd="0" destOrd="0" presId="urn:microsoft.com/office/officeart/2005/8/layout/list1"/>
    <dgm:cxn modelId="{F1D232BB-CBC6-F343-BA9D-DBE773FF434C}" type="presParOf" srcId="{A35D1354-63C7-144D-9296-6A23138E4126}" destId="{A08E6E25-7407-EE45-AC35-DB491E964A72}" srcOrd="1" destOrd="0" presId="urn:microsoft.com/office/officeart/2005/8/layout/list1"/>
    <dgm:cxn modelId="{568D49D9-0610-DD4E-AC0B-24D74BE555A5}" type="presParOf" srcId="{95BF7F3A-4D61-3E4B-B712-80E69340C9E4}" destId="{9C9D4F4A-83DE-8E47-ADB7-2678DAAFCB87}" srcOrd="21" destOrd="0" presId="urn:microsoft.com/office/officeart/2005/8/layout/list1"/>
    <dgm:cxn modelId="{15551C2E-11BC-AD45-945F-E5C5069D4EF7}" type="presParOf" srcId="{95BF7F3A-4D61-3E4B-B712-80E69340C9E4}" destId="{5A1A9206-8DE1-904A-8AA9-03772B8AD5E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522B1-4E27-4445-94DA-2D7A08A3D0C8}">
      <dsp:nvSpPr>
        <dsp:cNvPr id="0" name=""/>
        <dsp:cNvSpPr/>
      </dsp:nvSpPr>
      <dsp:spPr>
        <a:xfrm>
          <a:off x="4019163" y="1356051"/>
          <a:ext cx="3156019" cy="5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184"/>
              </a:lnTo>
              <a:lnTo>
                <a:pt x="3156019" y="341184"/>
              </a:lnTo>
              <a:lnTo>
                <a:pt x="3156019" y="5006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6D972F-32C7-EF47-8039-4775D53147DD}">
      <dsp:nvSpPr>
        <dsp:cNvPr id="0" name=""/>
        <dsp:cNvSpPr/>
      </dsp:nvSpPr>
      <dsp:spPr>
        <a:xfrm>
          <a:off x="4019163" y="1356051"/>
          <a:ext cx="1052006" cy="5006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184"/>
              </a:lnTo>
              <a:lnTo>
                <a:pt x="1052006" y="341184"/>
              </a:lnTo>
              <a:lnTo>
                <a:pt x="1052006" y="5006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BDCDA6-B4C4-EC40-9EEB-AD4FDE14D711}">
      <dsp:nvSpPr>
        <dsp:cNvPr id="0" name=""/>
        <dsp:cNvSpPr/>
      </dsp:nvSpPr>
      <dsp:spPr>
        <a:xfrm>
          <a:off x="2967156" y="1356051"/>
          <a:ext cx="1052006" cy="500659"/>
        </a:xfrm>
        <a:custGeom>
          <a:avLst/>
          <a:gdLst/>
          <a:ahLst/>
          <a:cxnLst/>
          <a:rect l="0" t="0" r="0" b="0"/>
          <a:pathLst>
            <a:path>
              <a:moveTo>
                <a:pt x="1052006" y="0"/>
              </a:moveTo>
              <a:lnTo>
                <a:pt x="1052006" y="341184"/>
              </a:lnTo>
              <a:lnTo>
                <a:pt x="0" y="341184"/>
              </a:lnTo>
              <a:lnTo>
                <a:pt x="0" y="5006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54AF0-436B-9549-99B7-E85FC6A05FA6}">
      <dsp:nvSpPr>
        <dsp:cNvPr id="0" name=""/>
        <dsp:cNvSpPr/>
      </dsp:nvSpPr>
      <dsp:spPr>
        <a:xfrm>
          <a:off x="863143" y="1356051"/>
          <a:ext cx="3156019" cy="500659"/>
        </a:xfrm>
        <a:custGeom>
          <a:avLst/>
          <a:gdLst/>
          <a:ahLst/>
          <a:cxnLst/>
          <a:rect l="0" t="0" r="0" b="0"/>
          <a:pathLst>
            <a:path>
              <a:moveTo>
                <a:pt x="3156019" y="0"/>
              </a:moveTo>
              <a:lnTo>
                <a:pt x="3156019" y="341184"/>
              </a:lnTo>
              <a:lnTo>
                <a:pt x="0" y="341184"/>
              </a:lnTo>
              <a:lnTo>
                <a:pt x="0" y="5006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94497E-6559-3149-ADAC-9990514BFA83}">
      <dsp:nvSpPr>
        <dsp:cNvPr id="0" name=""/>
        <dsp:cNvSpPr/>
      </dsp:nvSpPr>
      <dsp:spPr>
        <a:xfrm>
          <a:off x="3158430" y="262920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A40D2-4AE3-1D4E-A8DE-0F0F0D1E07B7}">
      <dsp:nvSpPr>
        <dsp:cNvPr id="0" name=""/>
        <dsp:cNvSpPr/>
      </dsp:nvSpPr>
      <dsp:spPr>
        <a:xfrm>
          <a:off x="3349704" y="444631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Requirements –</a:t>
          </a:r>
        </a:p>
      </dsp:txBody>
      <dsp:txXfrm>
        <a:off x="3381721" y="476648"/>
        <a:ext cx="1657431" cy="1029096"/>
      </dsp:txXfrm>
    </dsp:sp>
    <dsp:sp modelId="{A6ADD469-2196-6A4D-9FE8-31286CD86078}">
      <dsp:nvSpPr>
        <dsp:cNvPr id="0" name=""/>
        <dsp:cNvSpPr/>
      </dsp:nvSpPr>
      <dsp:spPr>
        <a:xfrm>
          <a:off x="2411" y="1856710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D837B-687A-B74E-A0FF-0850177FA4A4}">
      <dsp:nvSpPr>
        <dsp:cNvPr id="0" name=""/>
        <dsp:cNvSpPr/>
      </dsp:nvSpPr>
      <dsp:spPr>
        <a:xfrm>
          <a:off x="193684" y="2038420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PHP 7.0+ (recommended: 7.4/8.0+) </a:t>
          </a:r>
        </a:p>
      </dsp:txBody>
      <dsp:txXfrm>
        <a:off x="225701" y="2070437"/>
        <a:ext cx="1657431" cy="1029096"/>
      </dsp:txXfrm>
    </dsp:sp>
    <dsp:sp modelId="{C75EA7CC-7089-F54B-A03B-AA870739594B}">
      <dsp:nvSpPr>
        <dsp:cNvPr id="0" name=""/>
        <dsp:cNvSpPr/>
      </dsp:nvSpPr>
      <dsp:spPr>
        <a:xfrm>
          <a:off x="2106423" y="1856710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1CAF7-B2AB-FC48-98A2-0B42610F1309}">
      <dsp:nvSpPr>
        <dsp:cNvPr id="0" name=""/>
        <dsp:cNvSpPr/>
      </dsp:nvSpPr>
      <dsp:spPr>
        <a:xfrm>
          <a:off x="2297697" y="2038420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MySQL 5.7+ (recommended: 8.0+) </a:t>
          </a:r>
        </a:p>
      </dsp:txBody>
      <dsp:txXfrm>
        <a:off x="2329714" y="2070437"/>
        <a:ext cx="1657431" cy="1029096"/>
      </dsp:txXfrm>
    </dsp:sp>
    <dsp:sp modelId="{573290A8-6335-7A49-BC26-928A02A3E3AE}">
      <dsp:nvSpPr>
        <dsp:cNvPr id="0" name=""/>
        <dsp:cNvSpPr/>
      </dsp:nvSpPr>
      <dsp:spPr>
        <a:xfrm>
          <a:off x="4210436" y="1856710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C02BF-3140-3D4E-AF9E-DD575DCB6927}">
      <dsp:nvSpPr>
        <dsp:cNvPr id="0" name=""/>
        <dsp:cNvSpPr/>
      </dsp:nvSpPr>
      <dsp:spPr>
        <a:xfrm>
          <a:off x="4401710" y="2038420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Apache/Nginx web server </a:t>
          </a:r>
        </a:p>
      </dsp:txBody>
      <dsp:txXfrm>
        <a:off x="4433727" y="2070437"/>
        <a:ext cx="1657431" cy="1029096"/>
      </dsp:txXfrm>
    </dsp:sp>
    <dsp:sp modelId="{EE8A3C0B-1038-F147-838D-D223831E3F32}">
      <dsp:nvSpPr>
        <dsp:cNvPr id="0" name=""/>
        <dsp:cNvSpPr/>
      </dsp:nvSpPr>
      <dsp:spPr>
        <a:xfrm>
          <a:off x="6314449" y="1856710"/>
          <a:ext cx="1721465" cy="1093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02C62-2BB7-B449-B782-7558905C0BDE}">
      <dsp:nvSpPr>
        <dsp:cNvPr id="0" name=""/>
        <dsp:cNvSpPr/>
      </dsp:nvSpPr>
      <dsp:spPr>
        <a:xfrm>
          <a:off x="6505723" y="2038420"/>
          <a:ext cx="1721465" cy="1093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PHP extensions: mysqli, filter, date</a:t>
          </a:r>
        </a:p>
      </dsp:txBody>
      <dsp:txXfrm>
        <a:off x="6537740" y="2070437"/>
        <a:ext cx="1657431" cy="1029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650EC-1157-3942-9A3B-AE49208FB224}">
      <dsp:nvSpPr>
        <dsp:cNvPr id="0" name=""/>
        <dsp:cNvSpPr/>
      </dsp:nvSpPr>
      <dsp:spPr>
        <a:xfrm>
          <a:off x="0" y="933283"/>
          <a:ext cx="3621129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D5453-4D44-0249-BA8E-DCD50A1E0052}">
      <dsp:nvSpPr>
        <dsp:cNvPr id="0" name=""/>
        <dsp:cNvSpPr/>
      </dsp:nvSpPr>
      <dsp:spPr>
        <a:xfrm>
          <a:off x="181056" y="785683"/>
          <a:ext cx="2534790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809" tIns="0" rIns="9580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Setup Guide </a:t>
          </a:r>
        </a:p>
      </dsp:txBody>
      <dsp:txXfrm>
        <a:off x="195466" y="800093"/>
        <a:ext cx="2505970" cy="266379"/>
      </dsp:txXfrm>
    </dsp:sp>
    <dsp:sp modelId="{45D116B7-2C78-C543-B1EE-E67D1A65A31D}">
      <dsp:nvSpPr>
        <dsp:cNvPr id="0" name=""/>
        <dsp:cNvSpPr/>
      </dsp:nvSpPr>
      <dsp:spPr>
        <a:xfrm>
          <a:off x="0" y="1386883"/>
          <a:ext cx="3621129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9E2CA-22FE-4244-9E9A-B4B7B247C039}">
      <dsp:nvSpPr>
        <dsp:cNvPr id="0" name=""/>
        <dsp:cNvSpPr/>
      </dsp:nvSpPr>
      <dsp:spPr>
        <a:xfrm>
          <a:off x="181056" y="1239283"/>
          <a:ext cx="2534790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809" tIns="0" rIns="9580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1. Create database using database.sql </a:t>
          </a:r>
        </a:p>
      </dsp:txBody>
      <dsp:txXfrm>
        <a:off x="195466" y="1253693"/>
        <a:ext cx="2505970" cy="266379"/>
      </dsp:txXfrm>
    </dsp:sp>
    <dsp:sp modelId="{5AE727B0-0FD9-AA49-AEE0-36E158410B7A}">
      <dsp:nvSpPr>
        <dsp:cNvPr id="0" name=""/>
        <dsp:cNvSpPr/>
      </dsp:nvSpPr>
      <dsp:spPr>
        <a:xfrm>
          <a:off x="0" y="1840483"/>
          <a:ext cx="3621129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5C4BB-1484-0944-99F7-86C7887E7907}">
      <dsp:nvSpPr>
        <dsp:cNvPr id="0" name=""/>
        <dsp:cNvSpPr/>
      </dsp:nvSpPr>
      <dsp:spPr>
        <a:xfrm>
          <a:off x="181056" y="1692883"/>
          <a:ext cx="2534790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809" tIns="0" rIns="9580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2. Configure DB credentials in config/db.php </a:t>
          </a:r>
        </a:p>
      </dsp:txBody>
      <dsp:txXfrm>
        <a:off x="195466" y="1707293"/>
        <a:ext cx="2505970" cy="266379"/>
      </dsp:txXfrm>
    </dsp:sp>
    <dsp:sp modelId="{2F067DFF-6727-754D-B189-0088A8281264}">
      <dsp:nvSpPr>
        <dsp:cNvPr id="0" name=""/>
        <dsp:cNvSpPr/>
      </dsp:nvSpPr>
      <dsp:spPr>
        <a:xfrm>
          <a:off x="0" y="2294083"/>
          <a:ext cx="3621129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3E6D3-37B0-3B49-8151-1DED2D217C6A}">
      <dsp:nvSpPr>
        <dsp:cNvPr id="0" name=""/>
        <dsp:cNvSpPr/>
      </dsp:nvSpPr>
      <dsp:spPr>
        <a:xfrm>
          <a:off x="181056" y="2146483"/>
          <a:ext cx="2534790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809" tIns="0" rIns="9580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3. Copy project to web root </a:t>
          </a:r>
        </a:p>
      </dsp:txBody>
      <dsp:txXfrm>
        <a:off x="195466" y="2160893"/>
        <a:ext cx="2505970" cy="266379"/>
      </dsp:txXfrm>
    </dsp:sp>
    <dsp:sp modelId="{72E99941-E81D-4045-887F-F605DDAC4FF2}">
      <dsp:nvSpPr>
        <dsp:cNvPr id="0" name=""/>
        <dsp:cNvSpPr/>
      </dsp:nvSpPr>
      <dsp:spPr>
        <a:xfrm>
          <a:off x="0" y="2747683"/>
          <a:ext cx="3621129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F65F0-7592-7347-88D4-9EBE2F2DD48E}">
      <dsp:nvSpPr>
        <dsp:cNvPr id="0" name=""/>
        <dsp:cNvSpPr/>
      </dsp:nvSpPr>
      <dsp:spPr>
        <a:xfrm>
          <a:off x="181056" y="2600083"/>
          <a:ext cx="2534790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809" tIns="0" rIns="9580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4. Start web server (php -S localhost:8000) </a:t>
          </a:r>
        </a:p>
      </dsp:txBody>
      <dsp:txXfrm>
        <a:off x="195466" y="2614493"/>
        <a:ext cx="2505970" cy="266379"/>
      </dsp:txXfrm>
    </dsp:sp>
    <dsp:sp modelId="{5A1A9206-8DE1-904A-8AA9-03772B8AD5ED}">
      <dsp:nvSpPr>
        <dsp:cNvPr id="0" name=""/>
        <dsp:cNvSpPr/>
      </dsp:nvSpPr>
      <dsp:spPr>
        <a:xfrm>
          <a:off x="0" y="3201282"/>
          <a:ext cx="3621129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E6E25-7407-EE45-AC35-DB491E964A72}">
      <dsp:nvSpPr>
        <dsp:cNvPr id="0" name=""/>
        <dsp:cNvSpPr/>
      </dsp:nvSpPr>
      <dsp:spPr>
        <a:xfrm>
          <a:off x="181056" y="3053682"/>
          <a:ext cx="2534790" cy="2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809" tIns="0" rIns="9580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5. Access via browser</a:t>
          </a:r>
        </a:p>
      </dsp:txBody>
      <dsp:txXfrm>
        <a:off x="195466" y="3068092"/>
        <a:ext cx="2505970" cy="2663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1787232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168234"/>
            <a:ext cx="7375161" cy="202048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400">
                <a:solidFill>
                  <a:schemeClr val="tx2"/>
                </a:solidFill>
              </a:rPr>
              <a:t>University Events Management System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3512004"/>
            <a:ext cx="2174211" cy="1631495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4168866" cy="3263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Project Overview - PHP-based event management for university websites - Post and display upcoming events - Secure, responsive, and user-friendly - Demonstrates core database operations (INSERT, SELECT with WHERE)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System Architecture - Web Browser (Client) - Frontend: HTML/CSS (Responsive, Modern UI) - Application Layer: PHP (Business Logic) - Database Layer: MySQL (Events Table) - Centralized config for DB 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Database Schema - Table: events - event_id (INT, PK, AUTO_INCREMENT) - event_title (VARCHAR) - event_date (DATETIME) - location (VARCHAR) - details (TEXT) - created_at (TIMESTAMP) - Sample data included for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Features - Post new events (admin form) - Display upcoming events (public) - Filter by future date - Responsive design (mobile-friendly) - Secure: Prepared statements, input validation, XSS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21CF71-4670-555A-A08A-B21AA52A8B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262159"/>
              </p:ext>
            </p:extLst>
          </p:nvPr>
        </p:nvGraphicFramePr>
        <p:xfrm>
          <a:off x="457200" y="724663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51435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5143498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B24B1E-6485-A365-8996-E23EF85F1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961446"/>
              </p:ext>
            </p:extLst>
          </p:nvPr>
        </p:nvGraphicFramePr>
        <p:xfrm>
          <a:off x="4894221" y="397041"/>
          <a:ext cx="3621129" cy="4238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Core Implementation - Insert Event: - Admin form → PHP validation → Prepared statement → DB insert - Select Events: - Query for future events only - Display as responsive cards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Security &amp; Error Handling - Client &amp; server-side validation - Input sanitization (htmlspecialchars) - Prepared statements (SQL injection safe) - User-friendly error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Testing &amp; Verification - Database and connection tests - Form validation and error handling - Events display and filtering - Responsive design on all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Future Enhancements - Edit/Delete events - Admin authentication - Event categories, search, and filtering - Email notifications, registration, calendar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Demo - Show posting a new event - Show upcoming events page - Highlight responsive UI and error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Q&amp;A - Questions and discussion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 - Contact/support info - Project status: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Macintosh PowerPoint</Application>
  <PresentationFormat>On-screen Show (16:9)</PresentationFormat>
  <Paragraphs>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Pallem, S (Siva)</cp:lastModifiedBy>
  <cp:revision>1</cp:revision>
  <dcterms:created xsi:type="dcterms:W3CDTF">2025-11-19T08:17:52Z</dcterms:created>
  <dcterms:modified xsi:type="dcterms:W3CDTF">2025-11-19T09:59:08Z</dcterms:modified>
</cp:coreProperties>
</file>